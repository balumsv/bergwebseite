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4422CB-3EDD-88C8-948F-87320EC27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A14AE0-69BF-C63C-B9DA-B87A52263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F9C1E9-7924-4F88-646B-567F0F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92B39A-7DF0-69B1-4660-C910FF21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352896-8A1C-402B-DC6C-2EF2ADDAE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34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2E751-C94E-241C-EB58-862AA8E5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92126E-3721-2992-1635-39D2F8077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02C9EE-DD8C-7DBE-2CB4-4F2BFA59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CC01F-BE9B-F308-C6C5-B4B0D9A7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7EBC5B-BEC4-1E78-7747-F3BE99AE5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61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47DEA-491B-0405-F1E9-9086B9A4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C0DE62-9492-67B5-F622-908DE9575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9722A-027E-D0CE-EA00-AC34ADE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470363-2930-645C-2A22-AA2FE0D4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33010C-9556-5989-BE5C-6B0E754F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6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A4B4B-3B12-46F6-3BAF-123D864B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A032AF-C10F-6897-B8C7-0F2012A1C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9A851F-C1DD-F793-1493-586EF66CE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A5FC8D-F9CE-A4F3-8B03-DFCBCE79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3BFAD4-E45A-ECCE-BF83-97CC07B5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9941FA-6595-FDFF-E46A-28F988EB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571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C0EED-3F32-6296-9C3A-730E412E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D974E9-ED32-B38B-9598-7CA199F1A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1371F-296F-6F2F-039D-7744B205A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962E43-E3F2-091F-69E3-604A55FB2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ABACE5-16B6-19CF-E715-264D6E0FB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AE191C-8A1B-89A8-D53E-9A33847C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480AD84-A780-BA54-E8A2-79564AA8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E3897BD-2B66-F750-0D8C-526F9A48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86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73647-DF93-9E45-A5A4-57BC6CE6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A27FA8-2CAE-8431-0AA0-88D22947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F2FD9E-7F91-24BE-7DDF-CBB6DFDC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150DBC-41D0-B220-FA8A-FCAD147F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6067E1A-CA8E-9411-7308-7361981F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A209CE-82C2-A24F-06A2-C59B6903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C2BCCE-BB18-7609-B323-5C913E30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788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18E64-80FE-B2DA-C616-9EDFB4A9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EE52AF-71E4-9051-5EA7-986F83198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36BE16-025D-7612-28B5-B1E5B04CF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3603C2-B835-1C1C-D32D-60A0F78C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104FE5-0DC5-B716-EF10-60D80A83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1E6D84-6AA7-1CA9-7E6E-E632F186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08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20B10-32D1-6E9C-17FD-062001D7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796FD07-300F-72D3-0168-C897CA88A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908641-93E6-F750-3280-EB0B29BB1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F520D9-CA4C-6060-1561-C8DCF504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6C11AE-84C5-9DCE-D37F-9235F5A0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959F1A-DAC5-342B-5FE6-FA31A176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508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7A3FB-B20C-89BF-816B-976B186A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64151C-12B0-6215-D826-90FEF490C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D50AD0-ED56-C4B3-BDB0-5D22F1EB0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CEDA7F-F048-5122-BF19-8803C45E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7F263-F64C-6512-E312-0108403B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64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0ABFB1-FCDB-545F-E40E-03F36ECD0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654949-4247-5908-FFC8-78D6D8BAE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8D3D46-B6DB-6D59-2892-EC22A9F10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589ACF-B18D-BD19-5FCA-3B31A6B0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0E1558-DF0D-F1A8-1BE7-9C353530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225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CF6117-0C91-C35A-44D5-28204ADB7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03B6A6-5A0A-251A-939B-D7D59AE8C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C09E92-511C-A014-D174-99CA232FC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DF0D4-7283-4285-BDF0-CFF386EEBBCE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1BAE07-E9CD-6068-E981-61B7F7EF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5D4EC0-AD97-ED79-773B-67599ECEA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7158E-E813-4C04-ABFD-1C1ACB419A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826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90795874-1A45-AB1F-C575-1BD7E970036D}"/>
              </a:ext>
            </a:extLst>
          </p:cNvPr>
          <p:cNvSpPr/>
          <p:nvPr/>
        </p:nvSpPr>
        <p:spPr>
          <a:xfrm>
            <a:off x="8723376" y="28702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CD47CFE-9F23-BB8D-A7B9-E692A8319CBE}"/>
              </a:ext>
            </a:extLst>
          </p:cNvPr>
          <p:cNvSpPr/>
          <p:nvPr/>
        </p:nvSpPr>
        <p:spPr>
          <a:xfrm>
            <a:off x="7815072" y="287020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853B28C-3447-65E1-D721-192ABEAA1307}"/>
              </a:ext>
            </a:extLst>
          </p:cNvPr>
          <p:cNvSpPr/>
          <p:nvPr/>
        </p:nvSpPr>
        <p:spPr>
          <a:xfrm>
            <a:off x="9073896" y="2413001"/>
            <a:ext cx="457200" cy="57607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6FFFE3D-E2DD-C883-5C7B-4F29B8F8C43F}"/>
              </a:ext>
            </a:extLst>
          </p:cNvPr>
          <p:cNvSpPr/>
          <p:nvPr/>
        </p:nvSpPr>
        <p:spPr>
          <a:xfrm>
            <a:off x="7543800" y="2413001"/>
            <a:ext cx="1758696" cy="5760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Gleichschenkliges Dreieck 9">
            <a:extLst>
              <a:ext uri="{FF2B5EF4-FFF2-40B4-BE49-F238E27FC236}">
                <a16:creationId xmlns:a16="http://schemas.microsoft.com/office/drawing/2014/main" id="{43F028FD-82B0-061A-3664-C2805621732D}"/>
              </a:ext>
            </a:extLst>
          </p:cNvPr>
          <p:cNvSpPr/>
          <p:nvPr/>
        </p:nvSpPr>
        <p:spPr>
          <a:xfrm rot="10800000">
            <a:off x="8790432" y="2074673"/>
            <a:ext cx="457200" cy="4572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8B4E0C3D-D3D2-072B-A57B-2C6D485B7BAB}"/>
              </a:ext>
            </a:extLst>
          </p:cNvPr>
          <p:cNvSpPr/>
          <p:nvPr/>
        </p:nvSpPr>
        <p:spPr>
          <a:xfrm rot="10800000">
            <a:off x="7519416" y="1791209"/>
            <a:ext cx="978408" cy="621792"/>
          </a:xfrm>
          <a:prstGeom prst="trapezoi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Wolke 11">
            <a:extLst>
              <a:ext uri="{FF2B5EF4-FFF2-40B4-BE49-F238E27FC236}">
                <a16:creationId xmlns:a16="http://schemas.microsoft.com/office/drawing/2014/main" id="{44498BCB-FC7E-F190-3D6D-E491474C5553}"/>
              </a:ext>
            </a:extLst>
          </p:cNvPr>
          <p:cNvSpPr/>
          <p:nvPr/>
        </p:nvSpPr>
        <p:spPr>
          <a:xfrm>
            <a:off x="8894064" y="1852680"/>
            <a:ext cx="207264" cy="183895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Wolke 13">
            <a:extLst>
              <a:ext uri="{FF2B5EF4-FFF2-40B4-BE49-F238E27FC236}">
                <a16:creationId xmlns:a16="http://schemas.microsoft.com/office/drawing/2014/main" id="{902523D4-4622-F680-0CD9-2DBC9BBFD602}"/>
              </a:ext>
            </a:extLst>
          </p:cNvPr>
          <p:cNvSpPr/>
          <p:nvPr/>
        </p:nvSpPr>
        <p:spPr>
          <a:xfrm>
            <a:off x="8723376" y="1736345"/>
            <a:ext cx="170688" cy="109728"/>
          </a:xfrm>
          <a:prstGeom prst="clou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73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Jahn</dc:creator>
  <cp:lastModifiedBy>Patrick Jahn</cp:lastModifiedBy>
  <cp:revision>1</cp:revision>
  <dcterms:created xsi:type="dcterms:W3CDTF">2026-10-06T15:06:28Z</dcterms:created>
  <dcterms:modified xsi:type="dcterms:W3CDTF">2026-10-06T15:06:47Z</dcterms:modified>
</cp:coreProperties>
</file>